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91" r:id="rId1"/>
  </p:sldMasterIdLst>
  <p:notesMasterIdLst>
    <p:notesMasterId r:id="rId15"/>
  </p:notesMasterIdLst>
  <p:sldIdLst>
    <p:sldId id="256" r:id="rId2"/>
    <p:sldId id="269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E8507-5CF6-7A1E-429E-BBF10228761E}" v="122" dt="2025-11-25T13:11:57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1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40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4565F-C9BF-5473-B88B-8E8EB399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C144C-AA9F-30F6-B920-4650948AC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B1A87-7B82-3FF4-7593-B813D6D4F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E3FBB-D91C-C1B8-383F-3FEA7A2FA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0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9DCCA-8EBA-1526-5890-3125DCD7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81E07-12E4-2CCC-A857-19F38E363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455FD-9C98-0114-2514-62DC091A2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AA4DE-F0ED-832D-0B3D-C5463ADEE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32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0919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0539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6790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19"/>
            <a:ext cx="4000500" cy="30180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19"/>
            <a:ext cx="4000500" cy="30180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9211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349500"/>
            <a:ext cx="3983831" cy="2314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2055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079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6072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4037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9174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2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7674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078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87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53773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4836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49" cy="9779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8815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49" cy="9715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6329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19"/>
            <a:ext cx="8115300" cy="301809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57575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16076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78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05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  <p:sldLayoutId id="2147484195" r:id="rId4"/>
    <p:sldLayoutId id="2147484196" r:id="rId5"/>
    <p:sldLayoutId id="2147484197" r:id="rId6"/>
    <p:sldLayoutId id="2147484198" r:id="rId7"/>
    <p:sldLayoutId id="2147484199" r:id="rId8"/>
    <p:sldLayoutId id="2147484200" r:id="rId9"/>
    <p:sldLayoutId id="2147484201" r:id="rId10"/>
    <p:sldLayoutId id="2147484202" r:id="rId11"/>
    <p:sldLayoutId id="2147484203" r:id="rId12"/>
    <p:sldLayoutId id="2147484204" r:id="rId13"/>
    <p:sldLayoutId id="2147484205" r:id="rId14"/>
    <p:sldLayoutId id="2147484206" r:id="rId15"/>
    <p:sldLayoutId id="2147484207" r:id="rId16"/>
    <p:sldLayoutId id="2147484208" r:id="rId17"/>
    <p:sldLayoutId id="2147484209" r:id="rId18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6BC0C6-2E6A-4FE0-8465-4642D2406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3096768" y="723900"/>
            <a:ext cx="4488359" cy="324723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cap="all" spc="200" dirty="0">
                <a:latin typeface="+mj-lt"/>
                <a:ea typeface="+mj-ea"/>
                <a:cs typeface="+mj-cs"/>
              </a:rPr>
              <a:t>ATM GUI System</a:t>
            </a:r>
            <a:endParaRPr lang="en-US" sz="4100" cap="all" spc="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723900"/>
            <a:ext cx="3249420" cy="3247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2000" dirty="0"/>
              <a:t>Java Swing and AWT Desktop Application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215945"/>
            <a:ext cx="0" cy="226314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CE42A09-4F29-4DF7-BE2A-F91C882A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1558872" y="3807822"/>
            <a:ext cx="6026254" cy="32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Year Object Oriented Programming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617021" y="3498532"/>
            <a:ext cx="39099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Banking with Card Layout Architecture</a:t>
            </a:r>
            <a:endParaRPr lang="en-US" sz="15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6D0F7-2B9F-D3EB-DF83-A79D1402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FC22A6-0B0B-1FB3-F75C-88D6025CABF9}"/>
              </a:ext>
            </a:extLst>
          </p:cNvPr>
          <p:cNvSpPr/>
          <p:nvPr/>
        </p:nvSpPr>
        <p:spPr>
          <a:xfrm>
            <a:off x="682753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11A385-C796-AF68-A8AB-8E89584B01B8}"/>
              </a:ext>
            </a:extLst>
          </p:cNvPr>
          <p:cNvSpPr/>
          <p:nvPr/>
        </p:nvSpPr>
        <p:spPr>
          <a:xfrm>
            <a:off x="1001028" y="1446532"/>
            <a:ext cx="7620000" cy="2393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 ATM simulation with graphical user interface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using Java Swing and AWT framework with CardLayout navigation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PIN authentication with user database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transaction processing and balance management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 tracking(while running code) and receipt generation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54399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3B2D2-1828-A0BF-E0BA-E8718069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16BEF3-8057-F492-AE0A-A49C1C931931}"/>
              </a:ext>
            </a:extLst>
          </p:cNvPr>
          <p:cNvSpPr/>
          <p:nvPr/>
        </p:nvSpPr>
        <p:spPr>
          <a:xfrm>
            <a:off x="609600" y="1249635"/>
            <a:ext cx="7924800" cy="2945011"/>
          </a:xfrm>
          <a:prstGeom prst="rect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C5AB10-D209-E6F1-BB54-B007F81B330D}"/>
              </a:ext>
            </a:extLst>
          </p:cNvPr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1BB0B6-46F8-2901-0EE9-E776A0B41229}"/>
              </a:ext>
            </a:extLst>
          </p:cNvPr>
          <p:cNvSpPr/>
          <p:nvPr/>
        </p:nvSpPr>
        <p:spPr>
          <a:xfrm>
            <a:off x="962025" y="1554435"/>
            <a:ext cx="741292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F0CC44-8AE6-EAF0-A2B3-CEF91A76B680}"/>
              </a:ext>
            </a:extLst>
          </p:cNvPr>
          <p:cNvSpPr/>
          <p:nvPr/>
        </p:nvSpPr>
        <p:spPr>
          <a:xfrm>
            <a:off x="962025" y="1946821"/>
            <a:ext cx="7412927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secure, user-friendly ATM interface that allows customers to: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EFF140B-42DB-0F99-DBF2-DCD2222AD180}"/>
              </a:ext>
            </a:extLst>
          </p:cNvPr>
          <p:cNvSpPr/>
          <p:nvPr/>
        </p:nvSpPr>
        <p:spPr>
          <a:xfrm>
            <a:off x="1266825" y="2312566"/>
            <a:ext cx="6962775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using card number and PIN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multiple transaction types (withdrawal, deposit, balance check)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transaction history and print receipts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data consistency across multiple screens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0383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21652"/>
            <a:ext cx="7924800" cy="185953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0262"/>
            <a:ext cx="7924800" cy="17372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2179"/>
            <a:ext cx="8083296" cy="53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Components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1248" y="99567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248" y="1544290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Number: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16-digit account identifier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822393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4-digit password with numeric keypad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123446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Transaction amounts via keypad or quick select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22317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Devices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3695552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Keypad: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Buttons 0-9 for PIN and amount entry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4029208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Buttons: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ENTER, CLEAR, 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4350033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Buttons: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Transaction type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8221"/>
            <a:ext cx="7924800" cy="697185"/>
          </a:xfrm>
          <a:prstGeom prst="roundRect">
            <a:avLst>
              <a:gd name="adj" fmla="val 6557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CardLayout Navigation: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 different screens for different operations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946821"/>
            <a:ext cx="761695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Screens: WELCOME → PIN_ENTRY → MAIN_MENU → [OPERATION] → RECEIPT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567806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Management: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2807791"/>
            <a:ext cx="76962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 based user database with card numbers and PINs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tracking per user account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 with timestamps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- Data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249635"/>
            <a:ext cx="76962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entered PIN with database records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Processing: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 amount and check balance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Update: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Debit/credit account and update HashMap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Logging: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 transaction with timestamp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Generation: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formatted transaction receipt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49138"/>
            <a:ext cx="7924800" cy="133640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52365"/>
            <a:ext cx="7924800" cy="133640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27793"/>
            <a:ext cx="7924800" cy="133640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Implemented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3524" y="589263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81555"/>
            <a:ext cx="73152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validation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password display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number masking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3524" y="2198944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Transactions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56467"/>
            <a:ext cx="73152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Withdrawal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Check Balance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" y="3627793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User Experience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20085"/>
            <a:ext cx="73152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amount selection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receipts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navigation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953196"/>
          </a:xfrm>
          <a:prstGeom prst="rect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2025" y="2057326"/>
            <a:ext cx="7267575" cy="1840706"/>
          </a:xfrm>
          <a:prstGeom prst="roundRect">
            <a:avLst>
              <a:gd name="adj" fmla="val 14903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Features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62025" y="1554435"/>
            <a:ext cx="74129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Receipt Framework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4425" y="2209726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GLOBAL BANK ATM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114425" y="2401714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====================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114425" y="2593702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Date: [Timestamp]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114425" y="2785690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Card: ---3456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114425" y="2977679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Transaction: WITHDRAWAL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114425" y="3169667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Amount: ₹5,000.00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114425" y="3361655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Available Balance: ₹60,000.00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114425" y="3553644"/>
            <a:ext cx="710203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Transaction ID: TXN[Unique ID]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890814"/>
            <a:ext cx="7924800" cy="184318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3504" y="2965197"/>
            <a:ext cx="7924800" cy="181781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3504" y="163822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978173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3752" y="1496505"/>
            <a:ext cx="71628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8+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and AWT Framework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CardLayout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120955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4504" y="3511937"/>
            <a:ext cx="71628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User DB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History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Storage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0133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15406"/>
            <a:ext cx="7924800" cy="10133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81177"/>
            <a:ext cx="7924800" cy="10133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85825" y="1478235"/>
            <a:ext cx="7568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Screen state management with CardLayout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85825" y="1794421"/>
            <a:ext cx="7568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ComponentListener to clear fields on screen visibility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85825" y="2644006"/>
            <a:ext cx="7568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Background image loading from classpath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5825" y="2960191"/>
            <a:ext cx="7568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getClass().getResource() with null safety checks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5825" y="3809777"/>
            <a:ext cx="7568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balance synchronization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5825" y="4125962"/>
            <a:ext cx="7568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balances map immediately after transactions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9323" y="633047"/>
            <a:ext cx="3657600" cy="59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52063" y="1352062"/>
            <a:ext cx="6510214" cy="298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6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implemented a fully functional ATM GUI simulator</a:t>
            </a:r>
            <a:endParaRPr lang="en-US" sz="1350" dirty="0"/>
          </a:p>
          <a:p>
            <a:pPr marL="342900" indent="-342900" algn="l">
              <a:lnSpc>
                <a:spcPts val="36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strong understanding of Java Swing and AWT and OOP principles</a:t>
            </a:r>
            <a:endParaRPr lang="en-US" sz="1350" dirty="0"/>
          </a:p>
          <a:p>
            <a:pPr marL="342900" indent="-342900" algn="l">
              <a:lnSpc>
                <a:spcPts val="36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secure authentication and transaction processing</a:t>
            </a:r>
            <a:endParaRPr lang="en-US" sz="1350" dirty="0"/>
          </a:p>
          <a:p>
            <a:pPr marL="342900" indent="-342900" algn="l">
              <a:lnSpc>
                <a:spcPts val="36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intuitive user interface with proper data management</a:t>
            </a:r>
            <a:endParaRPr lang="en-US" sz="1350" dirty="0"/>
          </a:p>
          <a:p>
            <a:pPr marL="342900" indent="-342900" algn="l">
              <a:lnSpc>
                <a:spcPts val="36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edge cases and error scenarios effectively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249635"/>
            <a:ext cx="769620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with actual MySQL/PostgreSQL database</a:t>
            </a:r>
            <a:endParaRPr lang="en-US" sz="135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Communication: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bank server communication</a:t>
            </a:r>
            <a:endParaRPr lang="en-US" sz="135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Security: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Encryption, multi-factor authentication</a:t>
            </a:r>
            <a:endParaRPr lang="en-US" sz="135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Features: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Fund transfers, bill payments, mini statements</a:t>
            </a:r>
            <a:endParaRPr lang="en-US" sz="135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Adaptation: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Port to Android or web-based platform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396" y="1949277"/>
            <a:ext cx="7623208" cy="124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time!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133</TotalTime>
  <Words>507</Words>
  <Application>Microsoft Macintosh PowerPoint</Application>
  <PresentationFormat>On-screen Show (16:9)</PresentationFormat>
  <Paragraphs>104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monospace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Nivasini Muthukumaran</cp:lastModifiedBy>
  <cp:revision>51</cp:revision>
  <dcterms:created xsi:type="dcterms:W3CDTF">2025-11-24T12:23:31Z</dcterms:created>
  <dcterms:modified xsi:type="dcterms:W3CDTF">2026-05-15T08:58:08Z</dcterms:modified>
</cp:coreProperties>
</file>